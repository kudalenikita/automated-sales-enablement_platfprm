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RetailMax India Strategic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January 01,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Our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Thank you for choosing us as your trusted partner.</a:t>
            </a:r>
          </a:p>
          <a:p>
            <a:pPr>
              <a:defRPr sz="1800"/>
            </a:pPr>
            <a:r>
              <a:t>Together, we are committed to transforming RetailMax India’s reporting and compliance processes.</a:t>
            </a:r>
          </a:p>
          <a:p>
            <a:pPr>
              <a:defRPr sz="1800"/>
            </a:pPr>
            <a:r>
              <a:t>Let’s explore the progress we’ve made and the exciting opportunities ahead.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Progress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have committed to delivering 9 key features.</a:t>
            </a:r>
          </a:p>
          <a:p>
            <a:pPr>
              <a:defRPr sz="1800"/>
            </a:pPr>
            <a:r>
              <a:t>As of now, we have successfully delivered 2 features:</a:t>
            </a:r>
          </a:p>
          <a:p>
            <a:pPr>
              <a:defRPr sz="1800"/>
            </a:pPr>
            <a:r>
              <a:t>1. Custom Reporting Dashboard</a:t>
            </a:r>
          </a:p>
          <a:p>
            <a:pPr>
              <a:defRPr sz="1800"/>
            </a:pPr>
            <a:r>
              <a:t>2. Live Payment Tracking</a:t>
            </a:r>
          </a:p>
          <a:p>
            <a:pPr>
              <a:defRPr sz="1800"/>
            </a:pPr>
            <a:r>
              <a:t>This demonstrates our commitment to meeting your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Features Status:</a:t>
            </a:r>
          </a:p>
          <a:p>
            <a:pPr>
              <a:defRPr sz="1800"/>
            </a:pPr>
            <a:r>
              <a:t>- Delivered: 2</a:t>
            </a:r>
          </a:p>
          <a:p>
            <a:pPr>
              <a:defRPr sz="1800"/>
            </a:pPr>
            <a:r>
              <a:t>- Planned/In Progress: 0</a:t>
            </a:r>
          </a:p>
          <a:p>
            <a:pPr>
              <a:defRPr sz="1800"/>
            </a:pPr>
            <a:r>
              <a:t>- Not Yet Addressed: 7</a:t>
            </a:r>
          </a:p>
          <a:p>
            <a:pPr>
              <a:defRPr sz="1800"/>
            </a:pPr>
            <a:r>
              <a:t>We acknowledge the remaining features and are actively working to address them in a timely manner.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have identified the following risk levels:</a:t>
            </a:r>
          </a:p>
          <a:p>
            <a:pPr>
              <a:defRPr sz="1800"/>
            </a:pPr>
            <a:r>
              <a:t>- High Risk Items: 4</a:t>
            </a:r>
          </a:p>
          <a:p>
            <a:pPr>
              <a:defRPr sz="1800"/>
            </a:pPr>
            <a:r>
              <a:t>- Medium Risk Items: 3</a:t>
            </a:r>
          </a:p>
          <a:p>
            <a:pPr>
              <a:defRPr sz="1800"/>
            </a:pPr>
            <a:r>
              <a:t>- Low Risk Items: 0</a:t>
            </a:r>
          </a:p>
          <a:p>
            <a:pPr>
              <a:defRPr sz="1800"/>
            </a:pPr>
            <a:r>
              <a:t>Our team is focused on mitigating these risks to ensure timely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 address high and medium risk items:</a:t>
            </a:r>
          </a:p>
          <a:p>
            <a:pPr>
              <a:defRPr sz="1800"/>
            </a:pPr>
            <a:r>
              <a:t>- Implementing agile project management practices.</a:t>
            </a:r>
          </a:p>
          <a:p>
            <a:pPr>
              <a:defRPr sz="1800"/>
            </a:pPr>
            <a:r>
              <a:t>- Allocating additional resources to expedite feature development.</a:t>
            </a:r>
          </a:p>
          <a:p>
            <a:pPr>
              <a:defRPr sz="1800"/>
            </a:pPr>
            <a:r>
              <a:t>- Regularly engaging with your team for feedback and adjustments.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Finalize timelines for the development of remaining features.</a:t>
            </a:r>
          </a:p>
          <a:p>
            <a:pPr>
              <a:defRPr sz="1800"/>
            </a:pPr>
            <a:r>
              <a:t>2. Schedule regular check-in meetings to monitor progress.</a:t>
            </a:r>
          </a:p>
          <a:p>
            <a:pPr>
              <a:defRPr sz="1800"/>
            </a:pPr>
            <a:r>
              <a:t>3. Ensure open communication channels for any concerns.</a:t>
            </a:r>
          </a:p>
          <a:p>
            <a:pPr>
              <a:defRPr sz="1800"/>
            </a:pPr>
            <a:r>
              <a:t>Together, let's keep the momentum going!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and 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appreciate your trust in us.</a:t>
            </a:r>
          </a:p>
          <a:p>
            <a:pPr>
              <a:defRPr sz="1800"/>
            </a:pPr>
            <a:r>
              <a:t>Together, we will continue to enhance the capabilities of RetailMax India.</a:t>
            </a:r>
          </a:p>
          <a:p>
            <a:pPr>
              <a:defRPr sz="1800"/>
            </a:pPr>
            <a:r>
              <a:t>Let’s achieve great things in the coming phases!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