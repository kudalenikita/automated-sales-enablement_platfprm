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RetailMax India Strategic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January 05,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Our Partnership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Thank you, RetailMax India, for the opportunity to collaborate.</a:t>
            </a:r>
          </a:p>
          <a:p>
            <a:pPr>
              <a:defRPr sz="1800"/>
            </a:pPr>
            <a:r>
              <a:t>Together, we are committed to enhancing your financial and compliance processes.</a:t>
            </a:r>
          </a:p>
          <a:p>
            <a:pPr>
              <a:defRPr sz="1800"/>
            </a:pPr>
            <a:r>
              <a:t>Let's dive into our progress and future plans.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Total committed features: 9</a:t>
            </a:r>
          </a:p>
          <a:p>
            <a:pPr>
              <a:defRPr sz="1800"/>
            </a:pPr>
            <a:r>
              <a:t>Delivered features: 6</a:t>
            </a:r>
          </a:p>
          <a:p>
            <a:pPr>
              <a:defRPr sz="1800"/>
            </a:pPr>
            <a:r>
              <a:t>Planned / In progress: 1</a:t>
            </a:r>
          </a:p>
          <a:p>
            <a:pPr>
              <a:defRPr sz="1800"/>
            </a:pPr>
            <a:r>
              <a:t>Not yet addressed: 2</a:t>
            </a:r>
          </a:p>
          <a:p>
            <a:pPr>
              <a:defRPr sz="1800"/>
            </a:pPr>
            <a:r>
              <a:t>We have a solid foundation to build upon as we expand our partnership.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on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Custom Reporting Dashboard — Delivered</a:t>
            </a:r>
          </a:p>
          <a:p>
            <a:pPr>
              <a:defRPr sz="1800"/>
            </a:pPr>
            <a:r>
              <a:t>2. Live Payment Tracking — Delivered</a:t>
            </a:r>
          </a:p>
          <a:p>
            <a:pPr>
              <a:defRPr sz="1800"/>
            </a:pPr>
            <a:r>
              <a:t>3. Role-Based Access Control — Planned</a:t>
            </a:r>
          </a:p>
          <a:p>
            <a:pPr>
              <a:defRPr sz="1800"/>
            </a:pPr>
            <a:r>
              <a:t>4. Advanced Fraud Detection — High-priority, in progress</a:t>
            </a:r>
          </a:p>
          <a:p>
            <a:pPr>
              <a:defRPr sz="1800"/>
            </a:pPr>
            <a:r>
              <a:t>We are on track to meet your expectations with quality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High-risk items: 3</a:t>
            </a:r>
          </a:p>
          <a:p>
            <a:pPr>
              <a:defRPr sz="1800"/>
            </a:pPr>
            <a:r>
              <a:t>Medium-risk items: 2</a:t>
            </a:r>
          </a:p>
          <a:p>
            <a:pPr>
              <a:defRPr sz="1800"/>
            </a:pPr>
            <a:r>
              <a:t>Low-risk items: 0</a:t>
            </a:r>
          </a:p>
          <a:p>
            <a:pPr>
              <a:defRPr sz="1800"/>
            </a:pPr>
            <a:r>
              <a:t>We are proactively addressing risks through regular assessments and strategic planning to ensure project success.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Upcoming features:</a:t>
            </a:r>
          </a:p>
          <a:p>
            <a:pPr>
              <a:defRPr sz="1800"/>
            </a:pPr>
            <a:r>
              <a:t>- Automated Compliance Reports — High-priority</a:t>
            </a:r>
          </a:p>
          <a:p>
            <a:pPr>
              <a:defRPr sz="1800"/>
            </a:pPr>
            <a:r>
              <a:t>- API Integration Layer — High-priority</a:t>
            </a:r>
          </a:p>
          <a:p>
            <a:pPr>
              <a:defRPr sz="1800"/>
            </a:pPr>
            <a:r>
              <a:t>- Mobile App Support — Medium-priority</a:t>
            </a:r>
          </a:p>
          <a:p>
            <a:pPr>
              <a:defRPr sz="1800"/>
            </a:pPr>
            <a:r>
              <a:t>- Multi-Currency Support — Medium-priority</a:t>
            </a:r>
          </a:p>
          <a:p>
            <a:pPr>
              <a:defRPr sz="1800"/>
            </a:pPr>
            <a:r>
              <a:t>We are focused on timely and efficient delivery.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Commitment to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Our team is dedicated to ensuring high-quality outcomes and efficient service.</a:t>
            </a:r>
          </a:p>
          <a:p>
            <a:pPr>
              <a:defRPr sz="1800"/>
            </a:pPr>
            <a:r>
              <a:t>We appreciate your ongoing feedback and partnership during this process.</a:t>
            </a:r>
          </a:p>
          <a:p>
            <a:pPr>
              <a:defRPr sz="1800"/>
            </a:pPr>
            <a:r>
              <a:t>Together, we will achieve remarkable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Let's schedule our next milestone meeting to review progress and address any concerns.</a:t>
            </a:r>
          </a:p>
          <a:p>
            <a:pPr>
              <a:defRPr sz="1800"/>
            </a:pPr>
            <a:r>
              <a:t>We are excited to continue our collaboration with RetailMax India.</a:t>
            </a:r>
          </a:p>
          <a:p>
            <a:pPr>
              <a:defRPr sz="1800"/>
            </a:pPr>
            <a:r>
              <a:t>Thank you for your trust in 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