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RetailMax India Strategic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January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Our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 are excited to present the progress made with RetailMax India.</a:t>
            </a:r>
          </a:p>
          <a:p>
            <a:pPr>
              <a:defRPr sz="1800"/>
            </a:pPr>
            <a:r>
              <a:t>Together, we are building a robust platform tailored to your needs,</a:t>
            </a:r>
          </a:p>
          <a:p>
            <a:pPr>
              <a:defRPr sz="1800"/>
            </a:pPr>
            <a:r>
              <a:t>increasing efficiency and enhancing operational capabilities.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Total committed features: 9</a:t>
            </a:r>
          </a:p>
          <a:p>
            <a:pPr>
              <a:defRPr sz="1800"/>
            </a:pPr>
            <a:r>
              <a:t>Delivered features: 6</a:t>
            </a:r>
          </a:p>
          <a:p>
            <a:pPr>
              <a:defRPr sz="1800"/>
            </a:pPr>
            <a:r>
              <a:t>- Custom Reporting Dashboard: Released</a:t>
            </a:r>
          </a:p>
          <a:p>
            <a:pPr>
              <a:defRPr sz="1800"/>
            </a:pPr>
            <a:r>
              <a:t>- Live Payment Tracking: Released</a:t>
            </a:r>
          </a:p>
          <a:p>
            <a:pPr>
              <a:defRPr sz="1800"/>
            </a:pPr>
            <a:r>
              <a:t>Planned / In progress: 1</a:t>
            </a:r>
          </a:p>
          <a:p>
            <a:pPr>
              <a:defRPr sz="1800"/>
            </a:pPr>
            <a:r>
              <a:t>- Role-Based Access Control: Planned</a:t>
            </a:r>
          </a:p>
          <a:p>
            <a:pPr>
              <a:defRPr sz="1800"/>
            </a:pPr>
            <a:r>
              <a:t>Not yet addressed: 2</a:t>
            </a:r>
          </a:p>
          <a:p>
            <a:pPr>
              <a:defRPr sz="1800"/>
            </a:pPr>
            <a:r>
              <a:t>- Advanced Fraud Detection</a:t>
            </a:r>
          </a:p>
          <a:p>
            <a:pPr>
              <a:defRPr sz="1800"/>
            </a:pPr>
            <a:r>
              <a:t>- API Integration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 have successfully delivered 6 out of 9 features,</a:t>
            </a:r>
          </a:p>
          <a:p>
            <a:pPr>
              <a:defRPr sz="1800"/>
            </a:pPr>
            <a:r>
              <a:t>including key functionalities that support your operational needs.</a:t>
            </a:r>
          </a:p>
          <a:p>
            <a:pPr>
              <a:defRPr sz="1800"/>
            </a:pPr>
            <a:r>
              <a:t>This demonstrates our commitment to delivering value and ensuring your team is equipped with powerful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Addressing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 acknowledge the following risks:</a:t>
            </a:r>
          </a:p>
          <a:p>
            <a:pPr>
              <a:defRPr sz="1800"/>
            </a:pPr>
            <a:r>
              <a:t>- High risk items: 3</a:t>
            </a:r>
          </a:p>
          <a:p>
            <a:pPr>
              <a:defRPr sz="1800"/>
            </a:pPr>
            <a:r>
              <a:t>- Medium risk items: 2</a:t>
            </a:r>
          </a:p>
          <a:p>
            <a:pPr>
              <a:defRPr sz="1800"/>
            </a:pPr>
            <a:r>
              <a:t>Our proactive approach includes:</a:t>
            </a:r>
          </a:p>
          <a:p>
            <a:pPr>
              <a:defRPr sz="1800"/>
            </a:pPr>
            <a:r>
              <a:t>- Regular check-ins and updates</a:t>
            </a:r>
          </a:p>
          <a:p>
            <a:pPr>
              <a:defRPr sz="1800"/>
            </a:pPr>
            <a:r>
              <a:t>- Dedicated resources for timely resolutions</a:t>
            </a:r>
          </a:p>
          <a:p>
            <a:pPr>
              <a:defRPr sz="1800"/>
            </a:pPr>
            <a:r>
              <a:t>- Prioritization of high-risk features in our development cycle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Prioritization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High-Priority Contracts:</a:t>
            </a:r>
          </a:p>
          <a:p>
            <a:pPr>
              <a:defRPr sz="1800"/>
            </a:pPr>
            <a:r>
              <a:t>- Automated Compliance Reports (High)</a:t>
            </a:r>
          </a:p>
          <a:p>
            <a:pPr>
              <a:defRPr sz="1800"/>
            </a:pPr>
            <a:r>
              <a:t>- API Integration Layer (High)</a:t>
            </a:r>
          </a:p>
          <a:p>
            <a:pPr>
              <a:defRPr sz="1800"/>
            </a:pPr>
            <a:r>
              <a:t>- Role-Based Access Control (High)</a:t>
            </a:r>
          </a:p>
          <a:p>
            <a:pPr>
              <a:defRPr sz="1800"/>
            </a:pPr>
            <a:r>
              <a:t>Medium-Priority Contracts:</a:t>
            </a:r>
          </a:p>
          <a:p>
            <a:pPr>
              <a:defRPr sz="1800"/>
            </a:pPr>
            <a:r>
              <a:t>- Mobile App Support (Medium)</a:t>
            </a:r>
          </a:p>
          <a:p>
            <a:pPr>
              <a:defRPr sz="1800"/>
            </a:pPr>
            <a:r>
              <a:t>- Multi-Currency Support (Medium)</a:t>
            </a:r>
          </a:p>
          <a:p>
            <a:pPr>
              <a:defRPr sz="1800"/>
            </a:pPr>
            <a:r>
              <a:t>Low-Priority Contracts:</a:t>
            </a:r>
          </a:p>
          <a:p>
            <a:pPr>
              <a:defRPr sz="1800"/>
            </a:pPr>
            <a:r>
              <a:t>- Audit Logs (Low)</a:t>
            </a:r>
          </a:p>
          <a:p>
            <a:pPr>
              <a:defRPr sz="1800"/>
            </a:pPr>
            <a:r>
              <a:t>Our focus remains on ensuring high-priority features are delivered efficiently.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 recommend scheduling a follow-up meeting to:</a:t>
            </a:r>
          </a:p>
          <a:p>
            <a:pPr>
              <a:defRPr sz="1800"/>
            </a:pPr>
            <a:r>
              <a:t>- Discuss the status of remaining features</a:t>
            </a:r>
          </a:p>
          <a:p>
            <a:pPr>
              <a:defRPr sz="1800"/>
            </a:pPr>
            <a:r>
              <a:t>- Address any concerns regarding risks</a:t>
            </a:r>
          </a:p>
          <a:p>
            <a:pPr>
              <a:defRPr sz="1800"/>
            </a:pPr>
            <a:r>
              <a:t>- Solidify our roadmap for the next phases of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 appreciate your partnership and trust in our abilities.</a:t>
            </a:r>
          </a:p>
          <a:p>
            <a:pPr>
              <a:defRPr sz="1800"/>
            </a:pPr>
            <a:r>
              <a:t>Together, we are on a path to success, elevating RetailMax’s capabilities.</a:t>
            </a:r>
          </a:p>
          <a:p>
            <a:pPr>
              <a:defRPr sz="1800"/>
            </a:pPr>
            <a:r>
              <a:t>Let's continue this journey with transparency and collaboration.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