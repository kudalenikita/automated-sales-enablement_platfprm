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RetailMax India Strategic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January 06,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to Our Partnership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We are thrilled to partner with RetailMax India.</a:t>
            </a:r>
          </a:p>
          <a:p>
            <a:pPr>
              <a:defRPr sz="1800"/>
            </a:pPr>
            <a:r>
              <a:t>Together, we are working towards enhancing your platform.</a:t>
            </a:r>
          </a:p>
          <a:p>
            <a:pPr>
              <a:defRPr sz="1800"/>
            </a:pPr>
            <a:r>
              <a:t>Let's explore the progress we've made and the exciting features ahead!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Total committed features: 9</a:t>
            </a:r>
          </a:p>
          <a:p>
            <a:pPr>
              <a:defRPr sz="1800"/>
            </a:pPr>
            <a:r>
              <a:t>Delivered features: 2</a:t>
            </a:r>
          </a:p>
          <a:p>
            <a:pPr>
              <a:defRPr sz="1800"/>
            </a:pPr>
            <a:r>
              <a:t>Planned / In progress: 0</a:t>
            </a:r>
          </a:p>
          <a:p>
            <a:pPr>
              <a:defRPr sz="1800"/>
            </a:pPr>
            <a:r>
              <a:t>Not yet addressed: 7</a:t>
            </a:r>
          </a:p>
          <a:p>
            <a:pPr>
              <a:defRPr sz="1800"/>
            </a:pPr>
            <a:r>
              <a:t>We're laying a strong foundation for future developments!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Custom Reporting Dashboard - Released</a:t>
            </a:r>
          </a:p>
          <a:p>
            <a:pPr>
              <a:defRPr sz="1800"/>
            </a:pPr>
            <a:r>
              <a:t>Configurable dashboards tailored for finance teams.</a:t>
            </a:r>
          </a:p>
          <a:p>
            <a:pPr>
              <a:defRPr sz="1800"/>
            </a:pPr>
            <a:r>
              <a:t>2. Live Payment Tracking - Released</a:t>
            </a:r>
          </a:p>
          <a:p>
            <a:pPr>
              <a:defRPr sz="1800"/>
            </a:pPr>
            <a:r>
              <a:t>Real-time tracking of all customer payments.</a:t>
            </a:r>
          </a:p>
          <a:p>
            <a:pPr>
              <a:defRPr sz="1800"/>
            </a:pPr>
            <a:r>
              <a:t>These delivered features reflect our commitment to your needs!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Upcoming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We have 7 features under development, including:</a:t>
            </a:r>
          </a:p>
          <a:p>
            <a:pPr>
              <a:defRPr sz="1800"/>
            </a:pPr>
            <a:r>
              <a:t>- Automated Compliance Reports (High Priority)</a:t>
            </a:r>
          </a:p>
          <a:p>
            <a:pPr>
              <a:defRPr sz="1800"/>
            </a:pPr>
            <a:r>
              <a:t>- API Integration Layer (High Priority)</a:t>
            </a:r>
          </a:p>
          <a:p>
            <a:pPr>
              <a:defRPr sz="1800"/>
            </a:pPr>
            <a:r>
              <a:t>- Role-Based Access Control (High Priority)</a:t>
            </a:r>
          </a:p>
          <a:p>
            <a:pPr>
              <a:defRPr sz="1800"/>
            </a:pPr>
            <a:r>
              <a:t>- Mobile App Support (Medium Priority)</a:t>
            </a:r>
          </a:p>
          <a:p>
            <a:pPr>
              <a:defRPr sz="1800"/>
            </a:pPr>
            <a:r>
              <a:t>These will significantly enhance the user experience!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We acknowledge the following risks:</a:t>
            </a:r>
          </a:p>
          <a:p>
            <a:pPr>
              <a:defRPr sz="1800"/>
            </a:pPr>
            <a:r>
              <a:t>- High risk items: 4</a:t>
            </a:r>
          </a:p>
          <a:p>
            <a:pPr>
              <a:defRPr sz="1800"/>
            </a:pPr>
            <a:r>
              <a:t>- Medium risk items: 3</a:t>
            </a:r>
          </a:p>
          <a:p>
            <a:pPr>
              <a:defRPr sz="1800"/>
            </a:pPr>
            <a:r>
              <a:t>- Low risk items: 0</a:t>
            </a:r>
          </a:p>
          <a:p>
            <a:pPr>
              <a:defRPr sz="1800"/>
            </a:pPr>
            <a:r>
              <a:t>Risk mitigation strategies are already in place to ensure smooth progress.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Mitigation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Our approach includes:</a:t>
            </a:r>
          </a:p>
          <a:p>
            <a:pPr>
              <a:defRPr sz="1800"/>
            </a:pPr>
            <a:r>
              <a:t>- Close monitoring of high-priority features.</a:t>
            </a:r>
          </a:p>
          <a:p>
            <a:pPr>
              <a:defRPr sz="1800"/>
            </a:pPr>
            <a:r>
              <a:t>- Regular updates to track progress and manage expectations.</a:t>
            </a:r>
          </a:p>
          <a:p>
            <a:pPr>
              <a:defRPr sz="1800"/>
            </a:pPr>
            <a:r>
              <a:t>- Proactive communication to address any concerns.</a:t>
            </a:r>
          </a:p>
          <a:p>
            <a:pPr>
              <a:defRPr sz="1800"/>
            </a:pPr>
            <a:r>
              <a:t>We are dedicated to transforming risks into opportunities.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Schedule a follow-up meeting to discuss progress.</a:t>
            </a:r>
          </a:p>
          <a:p>
            <a:pPr>
              <a:defRPr sz="1800"/>
            </a:pPr>
            <a:r>
              <a:t>2. Review upcoming features in detail.</a:t>
            </a:r>
          </a:p>
          <a:p>
            <a:pPr>
              <a:defRPr sz="1800"/>
            </a:pPr>
            <a:r>
              <a:t>3. Collaborate on risk management strategies.</a:t>
            </a:r>
          </a:p>
          <a:p>
            <a:pPr>
              <a:defRPr sz="1800"/>
            </a:pPr>
            <a:r>
              <a:t>Together, we will drive RetailMax India towards success!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