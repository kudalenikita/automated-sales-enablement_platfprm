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RetailMax India Strategic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January 01,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RetailMax India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Welcome, RetailMax India team!</a:t>
            </a:r>
          </a:p>
          <a:p>
            <a:pPr>
              <a:defRPr sz="1800"/>
            </a:pPr>
            <a:r>
              <a:t>We are thrilled to present our progress and future plans.</a:t>
            </a:r>
          </a:p>
          <a:p>
            <a:pPr>
              <a:defRPr sz="1800"/>
            </a:pPr>
            <a:r>
              <a:t>Our partnership is on the path to success, and we are committed to delivering exceptional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Total committed features: 9</a:t>
            </a:r>
          </a:p>
          <a:p>
            <a:pPr>
              <a:defRPr sz="1800"/>
            </a:pPr>
            <a:r>
              <a:t>Delivered: 2</a:t>
            </a:r>
          </a:p>
          <a:p>
            <a:pPr>
              <a:defRPr sz="1800"/>
            </a:pPr>
            <a:r>
              <a:t>- Custom Reporting Dashboard</a:t>
            </a:r>
          </a:p>
          <a:p>
            <a:pPr>
              <a:defRPr sz="1800"/>
            </a:pPr>
            <a:r>
              <a:t>- Live Payment Tracking</a:t>
            </a:r>
          </a:p>
          <a:p>
            <a:pPr>
              <a:defRPr sz="1800"/>
            </a:pPr>
            <a:r>
              <a:t>Planned / In Progress: 0</a:t>
            </a:r>
          </a:p>
          <a:p>
            <a:pPr>
              <a:defRPr sz="1800"/>
            </a:pPr>
            <a:r>
              <a:t>Not Yet Addressed: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have successfully released:</a:t>
            </a:r>
          </a:p>
          <a:p>
            <a:pPr>
              <a:defRPr sz="1800"/>
            </a:pPr>
            <a:r>
              <a:t>1. Custom Reporting Dashboard</a:t>
            </a:r>
          </a:p>
          <a:p>
            <a:pPr>
              <a:defRPr sz="1800"/>
            </a:pPr>
            <a:r>
              <a:t>2. Live Payment Tracking</a:t>
            </a:r>
          </a:p>
          <a:p>
            <a:pPr>
              <a:defRPr sz="1800"/>
            </a:pPr>
            <a:r>
              <a:t>These foundational features set the stage for further enhancements.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Risk Summary:</a:t>
            </a:r>
          </a:p>
          <a:p>
            <a:pPr>
              <a:defRPr sz="1800"/>
            </a:pPr>
            <a:r>
              <a:t>- High risk items: 4</a:t>
            </a:r>
          </a:p>
          <a:p>
            <a:pPr>
              <a:defRPr sz="1800"/>
            </a:pPr>
            <a:r>
              <a:t>- Medium risk items: 3</a:t>
            </a:r>
          </a:p>
          <a:p>
            <a:pPr>
              <a:defRPr sz="1800"/>
            </a:pPr>
            <a:r>
              <a:t>- Low risk items: 0</a:t>
            </a:r>
          </a:p>
          <a:p>
            <a:pPr>
              <a:defRPr sz="1800"/>
            </a:pPr>
            <a:r>
              <a:t>We acknowledge these risks and are addressing them through proactive measures to ensure timely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For high priority items:</a:t>
            </a:r>
          </a:p>
          <a:p>
            <a:pPr>
              <a:defRPr sz="1800"/>
            </a:pPr>
            <a:r>
              <a:t>- Conducting regular team reviews</a:t>
            </a:r>
          </a:p>
          <a:p>
            <a:pPr>
              <a:defRPr sz="1800"/>
            </a:pPr>
            <a:r>
              <a:t>- Increasing resource allocation where possible</a:t>
            </a:r>
          </a:p>
          <a:p>
            <a:pPr>
              <a:defRPr sz="1800"/>
            </a:pPr>
            <a:r>
              <a:t>- Continuous communication with stakeholders to align expectations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Features &amp; Future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Upcoming key features to address:</a:t>
            </a:r>
          </a:p>
          <a:p>
            <a:pPr>
              <a:defRPr sz="1800"/>
            </a:pPr>
            <a:r>
              <a:t>- Automated Compliance Reports</a:t>
            </a:r>
          </a:p>
          <a:p>
            <a:pPr>
              <a:defRPr sz="1800"/>
            </a:pPr>
            <a:r>
              <a:t>- API Integration Layer</a:t>
            </a:r>
          </a:p>
          <a:p>
            <a:pPr>
              <a:defRPr sz="1800"/>
            </a:pPr>
            <a:r>
              <a:t>- Role-Based Access Control</a:t>
            </a:r>
          </a:p>
          <a:p>
            <a:pPr>
              <a:defRPr sz="1800"/>
            </a:pPr>
            <a:r>
              <a:t>- Advanced Fraud Detection</a:t>
            </a:r>
          </a:p>
          <a:p>
            <a:pPr>
              <a:defRPr sz="1800"/>
            </a:pPr>
            <a:r>
              <a:t>We are prioritizing these to enhance functionality.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Let's schedule a follow-up meeting to discuss:</a:t>
            </a:r>
          </a:p>
          <a:p>
            <a:pPr>
              <a:defRPr sz="1800"/>
            </a:pPr>
            <a:r>
              <a:t>- Detailed timelines for upcoming features</a:t>
            </a:r>
          </a:p>
          <a:p>
            <a:pPr>
              <a:defRPr sz="1800"/>
            </a:pPr>
            <a:r>
              <a:t>- Address any concerns or questions</a:t>
            </a:r>
          </a:p>
          <a:p>
            <a:pPr>
              <a:defRPr sz="1800"/>
            </a:pPr>
            <a:r>
              <a:t>Together, we will drive RetailMax India to new heights!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